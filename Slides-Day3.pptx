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64" d="100"/>
          <a:sy n="64" d="100"/>
        </p:scale>
        <p:origin x="17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0E2BB-20E6-0956-B616-F8614FD3E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96F44E-2110-E3ED-1204-3FF28E5B8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F0E85-5CA9-8FB6-67A5-41AC48F5E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08682-F225-87A0-C1D4-379BBF541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A1E74-1940-6F7C-D67B-4B6D0AAC3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007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5B07B-D227-A285-7724-DA284819B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D2E3F-0726-2B54-DC8B-3742FD053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7F692-BC87-A235-493D-DFC63A187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8A945-E39C-E88B-2976-99A570A4E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D4097-DD67-9F00-913A-13A3A0E3F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46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9F9BA-8650-5EC6-0F29-C8DB70A82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B02C07-032F-BBDC-2E2A-3CC2F162C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00128-E977-C08D-8116-39D9A67F0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61D3D-BD60-96D3-B37A-D56BD7524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8EC03-32BD-9F7A-58FD-9948BFDAD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513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19CBD-6F94-2F0A-F6F7-D4266C011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33851-1F24-C304-3CFB-8395362982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13CD2-FAFC-4987-9110-46A9F06E1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F9F100-E6B5-AC68-4FE7-039EC3324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35D4E-D334-185E-1834-41C16F81D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A161E-739F-CDFA-FA0D-8D561332E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212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C4C38-B07C-64B6-8D41-F203F5B40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3FF04-124B-36BF-5515-BB2E0C6C6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1B8F87-043C-0B58-A2EE-EF577D1A61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61D101-41BD-22AE-935C-0D328AFF57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423B19-1419-62F2-C40E-65A1A91572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69A519-F5AC-1757-7C00-8C030AAE2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FB47A0-94D5-197F-739D-D172BB685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CDA654-C9B0-3652-DAEA-7D22099DD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671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E1256-B08A-0FB8-EFB5-A15C8FE9C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19A16B-3F98-983D-D98C-0EE3D5D63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3F83A9-59AC-315F-AFB9-732632321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248D6B-8074-3C29-6A1D-4B71A0AA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31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9E3971-070E-BDCB-A62C-54C729BF6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EF875B-2F68-2130-F747-6E0D870E7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5F536-AA1E-B46F-4D69-600C109F3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322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FF891-DE41-7EB8-2FF9-7CE6738E0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D73BB-0578-CB9F-52F7-6F92429E5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EFC085-198C-E876-2F6F-0E3984A68A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3E52EB-1185-7831-9BF2-3F75ECF46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C3BF32-17C6-C45D-E35D-12D754FE9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87CAC7-6E6C-2A1B-6662-AA2A2D473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032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F174E-2EC1-FE2B-23E6-EEBA332EF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AE9D2B-8F10-E570-6AA2-9005CCCCCB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3BB990-549D-32B9-A44B-D363BD126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37EB96-1423-9B8F-9103-3BFAB9F84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A23C72-9519-023B-6578-913613F17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E5F21B-2381-A0D7-6FE1-3AFA83C4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351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1F72F-7D73-E9A7-A054-03E6DBE4A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BE10C7-5219-326D-EB47-3C1AF5035D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457E5-DDB9-15CE-FBF5-5E1A66486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E55EF-1556-96C2-4263-D427DA1D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A212C-B5FA-CE2C-96A6-178C2916A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530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ED0CE7-DC28-2C2C-5B28-9F104A9AB8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5F80D-1747-5A22-92A6-FBBF976F03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41304-0E41-DD11-9738-C91035E2B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AD9F9-261F-13B3-CE6D-D064092AB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E0C96-F0D5-DD0D-DA33-764FE8A6D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866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F8199E-6D30-F850-391E-D4F715328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5C7E5-4EC7-8EBC-7A44-1A895030C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C0EFF-C0CE-7D0C-6CC5-A28F0BC40A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989C08-BA69-4AD3-98E9-D53C63F6E1B1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48B3E-3497-73AD-4083-286A12425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BD70E-84F0-E72A-2386-9CDC39949D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100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&#10;&#10;Description automatically generated">
            <a:extLst>
              <a:ext uri="{FF2B5EF4-FFF2-40B4-BE49-F238E27FC236}">
                <a16:creationId xmlns:a16="http://schemas.microsoft.com/office/drawing/2014/main" id="{234ED57C-5D50-6FB0-386A-B1C0BAF5E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FBEF78-6835-9381-046A-65D3362579B3}"/>
              </a:ext>
            </a:extLst>
          </p:cNvPr>
          <p:cNvSpPr txBox="1"/>
          <p:nvPr/>
        </p:nvSpPr>
        <p:spPr>
          <a:xfrm>
            <a:off x="604266" y="136955"/>
            <a:ext cx="10927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 3: Data Science and AI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A35BB2-B247-A830-CD48-8D50E0ACDB9D}"/>
              </a:ext>
            </a:extLst>
          </p:cNvPr>
          <p:cNvSpPr txBox="1"/>
          <p:nvPr/>
        </p:nvSpPr>
        <p:spPr>
          <a:xfrm>
            <a:off x="604267" y="1221698"/>
            <a:ext cx="103235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Science Topics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Handling large datasets securely with Numpy and Pandas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Visualizing sensitive data responsibly with Matplotlib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Topics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Ethics and security considerations in machine learning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Preventing data poisoning and adversarial attacks</a:t>
            </a:r>
          </a:p>
        </p:txBody>
      </p:sp>
    </p:spTree>
    <p:extLst>
      <p:ext uri="{BB962C8B-B14F-4D97-AF65-F5344CB8AC3E}">
        <p14:creationId xmlns:p14="http://schemas.microsoft.com/office/powerpoint/2010/main" val="1171906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795</TotalTime>
  <Words>39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Singletary, David S.</dc:creator>
  <cp:lastModifiedBy>Singletary, David S.</cp:lastModifiedBy>
  <cp:revision>57</cp:revision>
  <dcterms:created xsi:type="dcterms:W3CDTF">2025-03-04T14:52:01Z</dcterms:created>
  <dcterms:modified xsi:type="dcterms:W3CDTF">2025-03-20T01:40:25Z</dcterms:modified>
</cp:coreProperties>
</file>