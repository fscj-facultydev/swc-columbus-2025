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1009000" y="825326"/>
            <a:ext cx="6505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1008999" y="2212903"/>
            <a:ext cx="448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1</cp:revision>
  <dcterms:created xsi:type="dcterms:W3CDTF">2025-03-04T14:52:01Z</dcterms:created>
  <dcterms:modified xsi:type="dcterms:W3CDTF">2025-03-04T14:52:46Z</dcterms:modified>
</cp:coreProperties>
</file>