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64" d="100"/>
          <a:sy n="64" d="100"/>
        </p:scale>
        <p:origin x="22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EFBE-E5B7-6BD4-7469-FED3DDA25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92A7C-2723-59B7-8041-58BB96835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90502-A45C-063C-1471-1B114FD3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1CF68-3EF2-17EC-33A6-7A380297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CE161-1041-602C-7E0E-805480F33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90079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D3CF-8AE3-9BE7-6A5F-F11B88A76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BD09-2DE5-7102-3783-F7C42FD9B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4907D-C042-4053-B6A8-160225FD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45F94-0D4F-E25E-DE1D-B9EC88CB3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51423-8E02-B0B4-C01B-63F003406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32392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FFB4-CBB0-0F56-C954-2D12077D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95CD1-9F55-086B-0A9E-85595E290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F00DA-5C3E-43CA-EF05-73F012B6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63FA8-E40F-2D7B-4BA3-7F7C267F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28249-CC5C-CA1E-BD7D-C29270EA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96480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71D6-2564-68E2-C181-BEAD82F5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14A61-5B92-A1AD-CF19-3CE9729F4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064E2-D95A-129A-13FC-A2130F680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6D324-7BAB-B209-887B-5BBAA7F7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1D549-6275-1B3E-70D0-523FE79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100A8-1FFF-F0D5-E7CD-D945A7BF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08012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4C8E-7AC6-C9F5-27E6-48E0E1DA8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8F95-37BB-0F3C-93B0-FA3A3EFF0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3E4F9-9D5C-38DE-0D59-450CB5293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4F633-210C-2371-A0E6-0360A31A2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9E229-DA15-87EC-6B9A-A01797BCE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81B5E9-E240-97D3-9014-B032FF6EC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6309F-FAF4-EAE4-8285-BF400864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16FDC-AE63-2692-4CD9-D76704C0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3743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A2B6-4315-1D22-7097-0C8208E4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553DC-6D05-5633-4ED7-6BF3F923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353B9-9229-539D-A21B-36C7F91F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BB6C1-B5B1-E72F-CBB6-421FBC4A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84500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8EA5CD-58EE-C922-F835-8358A2C5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119DD-8E0D-905C-ACCE-50E344A06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6DC0D-B1A0-B0ED-DEBA-1BFC0DDB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98063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3684F-7B8A-7559-1B0B-4878562BB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B7C5-6D25-1C64-32C0-130B1E6B8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4CEF2-806D-4752-D89B-B530AD861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C7AA1-4271-D558-8149-03D8D366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30767-2DCE-88E3-8B1E-75492EB9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D87F3-4798-884C-08C0-55FE9FB9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91735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0912-D359-AB1C-DF7C-057FC7E0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46C858-9AB6-AC7C-B2E9-457CE80BF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98994-8A26-A1AE-DC04-DBF52D476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729EB-F31F-EF35-6F47-F8875681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7FDD1-643F-2D5A-FC8C-E18582BD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169B4-7221-BED2-C18E-31B6F2D2C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17497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DA54A-9D09-E5F8-AB7B-391454B18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9045F-C617-4EA5-8E26-EA1DDF044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732B-5FE9-047B-D7FB-DC3E3769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E9A0-9D5A-4D29-FA40-E20944FD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74B0-B019-F6E0-CB89-04A4DC7B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5506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269ECD-0514-75D5-0B4E-39D9331BF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38A26-C8D4-2B9F-D61C-3F2B1ABD0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80163-46B8-4BE0-7106-4D7952D7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4314F-2C14-E803-D1E4-A661E2AA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700D4-7D92-C4A9-DEBA-7CFCFB2F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525146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B2A91-647D-59FD-664A-E99580766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45B47-25FA-B348-0E3E-0FAC2F01E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ABB2-B575-D9CC-6F2A-8339E66E5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E7525-E803-8D4C-B69D-EE2B92BD8F8C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BF2F5-2A1A-3E60-6F64-D3A0670C1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5A5CC-23D7-5C96-31E1-0C9070602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8E9E7-906F-724B-9B9F-82FD839D5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8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holding a tablet&#10;&#10;Description automatically generated">
            <a:extLst>
              <a:ext uri="{FF2B5EF4-FFF2-40B4-BE49-F238E27FC236}">
                <a16:creationId xmlns:a16="http://schemas.microsoft.com/office/drawing/2014/main" id="{9803CDBE-1A70-34BD-BDE4-6AFDF8CA3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91131"/>
          </a:xfrm>
        </p:spPr>
      </p:pic>
    </p:spTree>
    <p:extLst>
      <p:ext uri="{BB962C8B-B14F-4D97-AF65-F5344CB8AC3E}">
        <p14:creationId xmlns:p14="http://schemas.microsoft.com/office/powerpoint/2010/main" val="43351817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a room&#10;&#10;Description automatically generated">
            <a:extLst>
              <a:ext uri="{FF2B5EF4-FFF2-40B4-BE49-F238E27FC236}">
                <a16:creationId xmlns:a16="http://schemas.microsoft.com/office/drawing/2014/main" id="{F7C2EA96-C17C-E797-6F89-AC2D8C202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1D2D58-0F3B-FC60-4713-0FF203AE01A9}"/>
              </a:ext>
            </a:extLst>
          </p:cNvPr>
          <p:cNvSpPr txBox="1"/>
          <p:nvPr/>
        </p:nvSpPr>
        <p:spPr>
          <a:xfrm>
            <a:off x="1009000" y="1786391"/>
            <a:ext cx="6505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A3962A-5FBA-0044-9988-23C1BE5BFDC2}"/>
              </a:ext>
            </a:extLst>
          </p:cNvPr>
          <p:cNvSpPr txBox="1"/>
          <p:nvPr/>
        </p:nvSpPr>
        <p:spPr>
          <a:xfrm>
            <a:off x="1008999" y="3746938"/>
            <a:ext cx="4487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Presenter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0477D6-A966-5F4F-2520-6352D3E1AEBC}"/>
              </a:ext>
            </a:extLst>
          </p:cNvPr>
          <p:cNvSpPr txBox="1"/>
          <p:nvPr/>
        </p:nvSpPr>
        <p:spPr>
          <a:xfrm>
            <a:off x="1008998" y="4219113"/>
            <a:ext cx="4487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7789636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7C065DD0-69F2-53AF-8C97-957163046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E5F9B1-7115-CC98-DE47-D4FBA768BB7E}"/>
              </a:ext>
            </a:extLst>
          </p:cNvPr>
          <p:cNvSpPr txBox="1"/>
          <p:nvPr/>
        </p:nvSpPr>
        <p:spPr>
          <a:xfrm>
            <a:off x="1009000" y="825326"/>
            <a:ext cx="6505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3D338-038F-0E48-A1F6-411E3AFB59A7}"/>
              </a:ext>
            </a:extLst>
          </p:cNvPr>
          <p:cNvSpPr txBox="1"/>
          <p:nvPr/>
        </p:nvSpPr>
        <p:spPr>
          <a:xfrm>
            <a:off x="1008999" y="2212903"/>
            <a:ext cx="4487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35580390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34ED57C-5D50-6FB0-386A-B1C0BAF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BEF78-6835-9381-046A-65D3362579B3}"/>
              </a:ext>
            </a:extLst>
          </p:cNvPr>
          <p:cNvSpPr txBox="1"/>
          <p:nvPr/>
        </p:nvSpPr>
        <p:spPr>
          <a:xfrm>
            <a:off x="1009000" y="825326"/>
            <a:ext cx="6505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35BB2-B247-A830-CD48-8D50E0ACDB9D}"/>
              </a:ext>
            </a:extLst>
          </p:cNvPr>
          <p:cNvSpPr txBox="1"/>
          <p:nvPr/>
        </p:nvSpPr>
        <p:spPr>
          <a:xfrm>
            <a:off x="1008999" y="2212903"/>
            <a:ext cx="4487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17190685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a blue circle and a blue circle with white text&#10;&#10;Description automatically generated">
            <a:extLst>
              <a:ext uri="{FF2B5EF4-FFF2-40B4-BE49-F238E27FC236}">
                <a16:creationId xmlns:a16="http://schemas.microsoft.com/office/drawing/2014/main" id="{45694864-4684-1095-D705-FDDB70B9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75307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Software User</dc:creator>
  <cp:lastModifiedBy>Singletary, David S.</cp:lastModifiedBy>
  <cp:revision>1</cp:revision>
  <dcterms:created xsi:type="dcterms:W3CDTF">2024-05-20T19:46:24Z</dcterms:created>
  <dcterms:modified xsi:type="dcterms:W3CDTF">2025-03-01T02:37:53Z</dcterms:modified>
</cp:coreProperties>
</file>