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3E5049-E63C-47A2-A04F-3852B9467534}">
          <p14:sldIdLst>
            <p14:sldId id="277"/>
          </p14:sldIdLst>
        </p14:section>
        <p14:section name="General Advice" id="{2075860C-E8A3-4EA7-A766-E767F7BA4049}">
          <p14:sldIdLst>
            <p14:sldId id="257"/>
            <p14:sldId id="278"/>
            <p14:sldId id="279"/>
            <p14:sldId id="280"/>
          </p14:sldIdLst>
        </p14:section>
        <p14:section name="Specific Advice" id="{9CF85621-4091-4A84-A72E-AEF4354914BF}">
          <p14:sldIdLst>
            <p14:sldId id="281"/>
            <p14:sldId id="282"/>
            <p14:sldId id="283"/>
            <p14:sldId id="284"/>
          </p14:sldIdLst>
        </p14:section>
        <p14:section name="Secure System Development Life Cycle" id="{E480B297-4ABB-4239-9AD0-6A8EDFE1EAEE}">
          <p14:sldIdLst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54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87BD-75C3-4F3C-49C6-F3FB20AE0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A58E0-44A6-0ABC-FD52-5C8F328C5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7AE61-965F-93B8-8974-50E1FEBC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A7404-22DA-508D-D6DA-65D15E5B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024C-123D-4490-4D90-3373CAA2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8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B5DD-5C50-1F91-B93A-827C3B20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15959-7146-185E-C008-7433AEBC6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25BC0-61EA-E43E-05EF-9A70D61AA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A4B5-EC2B-372F-3A34-13192DF5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AA889-D69E-E8D4-C1BE-998CA0AF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88F2F-C230-75FE-533E-9E4CA0815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4CD7E-CBD8-52AF-283B-3E299F79A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2F55-B473-2F80-0D12-51D945F2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1D4E3-90DD-A3D7-64D7-AD277CA5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5185B-7391-B8FD-BE07-8BF8DC94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9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BAA2-F074-B2B2-470C-7A436891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83E87-35E4-D3A4-3456-AD4522FD3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F6298-1189-B4B4-2BB9-C94A21223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56914-D79E-35C7-AD6F-B6AD9D1EA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6E966-37A3-EBFC-BE8E-EBB78C57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654B5-9AA8-8252-A86D-411BA33A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66CB-0CE9-D2C0-F8E4-CAEC52C9C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A9CD8-3A4C-3A6E-0815-401790DEA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F4AA7-A749-EDE4-6075-C870D1413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B2047-3B61-0BA2-42B3-4F70D6187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BEFDE8-094B-B5D6-A4D3-F7C8EB5A9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C5FA15-E189-8CE4-EA78-78B6E688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B951A-7747-6A09-D92C-C11B2D82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5B20C-56F5-3C59-A2B7-A1C8E989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8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7C7B-8BEF-9803-D17D-04FBA633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EF248-D9BD-7267-6BDC-56EA83BEB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9A1FF-D993-8ADF-3DC2-AC641A19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33CE6-33BF-57D1-9286-9747B36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1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84BE4B-7F83-1F3E-8A74-61A1AF01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67A1D-9B17-0C16-F646-33D24FEC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5DBE0-A7C6-B1FE-A2D6-14C8812A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0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8AC1C-069C-2200-8DCC-D2DDB3DA4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4FAF8-76C3-7EA8-CB3F-6E549E2A5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2D651-C212-3D52-64BA-B22F9A74D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B7D7C-54CD-8CB9-8F3D-4933A07B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F99EB-9C39-EBC4-E33C-6E99BEF1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64F18-68BA-057A-0CF5-2637AFDA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0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D3C4-7228-8A05-86B0-DB4D5DC7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F80FD-1E71-B0C4-218F-D97B48934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F3325-1405-8D88-D4A2-E61D94D3C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C2431-4BD1-164F-DBB2-F70EFF63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08AD9-4E95-3272-5B76-8D483F15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59B90-8525-A2F6-92EA-CFE29961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A6A7-BE66-BBC2-436A-050BD4B1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AEF0F-B52C-40FF-10AE-008F9E583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324B1-E0B1-7C6E-8AC7-0C84150F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F1D35-5E46-0820-B2C5-88E03D4C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1E65F-B8D8-F12E-92CC-2F6B16A2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5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3065E0-9C7F-659D-964A-ABA671FE4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B61C1-871A-4D71-9CBF-8636EB1E5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26CCC-28C6-43D2-B3F1-F0FCB737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31E17-7F10-3D91-063D-9C4C7C82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AE9A-AECA-369D-4FDB-4BB2B74A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2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F4A38-F05C-3726-5F68-C14570CC9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5FBE3-E360-709B-A091-12F940EFD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D1F4-547C-74D9-39FE-DDA9345BC4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5AAFF-BB80-8963-9031-C146310EB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434A2-6FEC-67DE-1064-BA538B724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1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6666-D9FE-3086-84A5-CA5330677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54123"/>
          </a:xfrm>
        </p:spPr>
        <p:txBody>
          <a:bodyPr/>
          <a:lstStyle/>
          <a:p>
            <a:r>
              <a:rPr lang="en-US"/>
              <a:t>Alice and Bob Learn Secure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93A22-5590-167F-C6F6-931DFC52B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16751"/>
          </a:xfrm>
        </p:spPr>
        <p:txBody>
          <a:bodyPr>
            <a:normAutofit/>
          </a:bodyPr>
          <a:lstStyle/>
          <a:p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410237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7F16-438D-E2BB-15E9-351E46D6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6DC7AB0-26E7-E607-EE13-E50D1E1C2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1 Introductory Security Fundamentals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0C9BA69-1281-F21D-8694-00344F343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20345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3269-D83D-AC26-C370-E43C1FEBF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7E4192E-EE15-301B-159D-70503A3E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2 Beginning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227D68B-8585-AFB1-83F2-671E4EFB8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7354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B7C3C-67A8-4DBC-072C-7E4E5EB8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A803C27-C809-575F-F261-3CFE3EE25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3 Improving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382C541-89BD-F250-82D2-B2867937F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41727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3C6D1-20F8-5BCC-8754-91DDD498D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DA77AB4-2510-0B81-9B43-D2CDD1A5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4 Achieving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3B74A5A-8D42-B762-28DD-BAAA91389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584923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600BB-6F8D-292D-5DED-FE86C254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05FE9F5-DA95-1E20-BF81-077FC76A9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5 Technology-Specific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F1C9ED-4019-4B57-097E-F0CD22448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009059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E70C-842D-0BCA-BB3A-85DD9AC5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24F3F9B-1EE7-F1A9-8A80-EC5504DB6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6 Popular Programming Languages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ADA303F-CC26-1284-5A0C-66DDA6339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863494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F3DCC-BB54-25B6-6187-C2F11E52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053D34E-3447-E7A7-89DB-684029D0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7 Popular Frameworks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577220-9500-1430-737D-97B2584AC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217401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B5381-788B-2C03-781C-F59FA28F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7944EE9-B0AA-5220-F0DE-570A44B7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8 Vulnerability Categories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6D8992A-8FD6-5347-0970-BF78023B1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52897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D9D7-6664-4291-CE7C-84FB8C34D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B48B1D9-D2E3-6CDA-BA87-C297401B2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9 Requirements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21CE5C7-2B09-3217-D11B-5218125AA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225627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2D47-BCCC-E5AC-730A-DC12B056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46AB4D2-8AF6-F114-3510-ECD67CFB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10 Design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0EAD1DE-23EA-E318-DE47-3F3F736AC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12558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9B769-A55B-DED7-4D87-9DA2D215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998CF9A-5144-BAEC-C936-8457AEBF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11 Coding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CEBE92A-47A0-1642-6E18-C478747AB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924189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A726F-5731-FB5F-6438-C5D1A11AC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F620CF8-805B-284C-DC81-85DE64FC4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12 Testing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1F6427-8CF0-C56F-FF97-554E4B11A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816858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1D92A-9690-0789-0C90-8EBE5A45C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11DC0A-1702-C9D4-DA2D-7ABF82AD6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13 Release/Deployment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456BFF2-CAB5-D6D7-F547-87E46C7ED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07626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2E48E-95EF-2743-2630-783841BC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98F837-5BC7-DF10-B4BB-6BA0245C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Ch. 14 Maintenance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D0A5491-C2E2-5310-D7A8-18F79D27F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77236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70</Words>
  <Application>Microsoft Office PowerPoint</Application>
  <PresentationFormat>Widescreen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Alice and Bob Learn Secure Coding</vt:lpstr>
      <vt:lpstr>Ch. 1 Introductory Security Fundamentals</vt:lpstr>
      <vt:lpstr>Ch. 2 Beginning</vt:lpstr>
      <vt:lpstr>Ch. 3 Improving</vt:lpstr>
      <vt:lpstr>Ch. 4 Achieving</vt:lpstr>
      <vt:lpstr>Ch. 5 Technology-Specific</vt:lpstr>
      <vt:lpstr>Ch. 6 Popular Programming Languages</vt:lpstr>
      <vt:lpstr>Ch. 7 Popular Frameworks</vt:lpstr>
      <vt:lpstr>Ch. 8 Vulnerability Categories</vt:lpstr>
      <vt:lpstr>Ch. 9 Requirements</vt:lpstr>
      <vt:lpstr>Ch. 10 Design</vt:lpstr>
      <vt:lpstr>Ch. 11 Coding</vt:lpstr>
      <vt:lpstr>Ch. 12 Testing</vt:lpstr>
      <vt:lpstr>Ch. 13 Release/Deployment</vt:lpstr>
      <vt:lpstr>Ch. 14 Maintenance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Singletary, David S.</dc:creator>
  <cp:lastModifiedBy>Singletary, David S.</cp:lastModifiedBy>
  <cp:revision>12</cp:revision>
  <dcterms:created xsi:type="dcterms:W3CDTF">2025-02-10T02:34:02Z</dcterms:created>
  <dcterms:modified xsi:type="dcterms:W3CDTF">2025-02-21T21:07:35Z</dcterms:modified>
</cp:coreProperties>
</file>