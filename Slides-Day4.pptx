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E2BB-20E6-0956-B616-F8614FD3E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6F44E-2110-E3ED-1204-3FF28E5B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F0E85-5CA9-8FB6-67A5-41AC48F5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8682-F225-87A0-C1D4-379BBF54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1E74-1940-6F7C-D67B-4B6D0AAC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0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B07B-D227-A285-7724-DA284819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2E3F-0726-2B54-DC8B-3742FD05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7F692-BC87-A235-493D-DFC63A18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A945-E39C-E88B-2976-99A570A4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D4097-DD67-9F00-913A-13A3A0E3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6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F9BA-8650-5EC6-0F29-C8DB70A8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02C07-032F-BBDC-2E2A-3CC2F162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00128-E977-C08D-8116-39D9A67F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1D3D-BD60-96D3-B37A-D56BD752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8EC03-32BD-9F7A-58FD-9948BFDAD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1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9CBD-6F94-2F0A-F6F7-D4266C01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3851-1F24-C304-3CFB-839536298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13CD2-FAFC-4987-9110-46A9F06E1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9F100-E6B5-AC68-4FE7-039EC332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35D4E-D334-185E-1834-41C16F81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A161E-739F-CDFA-FA0D-8D561332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1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4C38-B07C-64B6-8D41-F203F5B4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3FF04-124B-36BF-5515-BB2E0C6C6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B8F87-043C-0B58-A2EE-EF577D1A6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1D101-41BD-22AE-935C-0D328AFF5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23B19-1419-62F2-C40E-65A1A9157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9A519-F5AC-1757-7C00-8C030AAE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B47A0-94D5-197F-739D-D172BB68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DA654-C9B0-3652-DAEA-7D22099D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1256-B08A-0FB8-EFB5-A15C8FE9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9A16B-3F98-983D-D98C-0EE3D5D6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F83A9-59AC-315F-AFB9-73263232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48D6B-8074-3C29-6A1D-4B71A0AA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E3971-070E-BDCB-A62C-54C729BF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F875B-2F68-2130-F747-6E0D870E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5F536-AA1E-B46F-4D69-600C109F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2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F891-DE41-7EB8-2FF9-7CE6738E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73BB-0578-CB9F-52F7-6F92429E5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FC085-198C-E876-2F6F-0E3984A68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E52EB-1185-7831-9BF2-3F75ECF4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3BF32-17C6-C45D-E35D-12D754FE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7CAC7-6E6C-2A1B-6662-AA2A2D47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3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174E-2EC1-FE2B-23E6-EEBA332E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E9D2B-8F10-E570-6AA2-9005CCCCC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BB990-549D-32B9-A44B-D363BD126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7EB96-1423-9B8F-9103-3BFAB9F8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23C72-9519-023B-6578-913613F1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5F21B-2381-A0D7-6FE1-3AFA83C4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5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F72F-7D73-E9A7-A054-03E6DBE4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E10C7-5219-326D-EB47-3C1AF503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57E5-DDB9-15CE-FBF5-5E1A6648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E55EF-1556-96C2-4263-D427DA1D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212C-B5FA-CE2C-96A6-178C2916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3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D0CE7-DC28-2C2C-5B28-9F104A9AB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5F80D-1747-5A22-92A6-FBBF976F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1304-0E41-DD11-9738-C91035E2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AD9F9-261F-13B3-CE6D-D064092A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0C96-F0D5-DD0D-DA33-764FE8A6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6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8199E-6D30-F850-391E-D4F71532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C7E5-4EC7-8EBC-7A44-1A895030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C0EFF-C0CE-7D0C-6CC5-A28F0BC40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48B3E-3497-73AD-4083-286A12425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BD70E-84F0-E72A-2386-9CDC39949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0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234ED57C-5D50-6FB0-386A-B1C0BAF5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BEF78-6835-9381-046A-65D3362579B3}"/>
              </a:ext>
            </a:extLst>
          </p:cNvPr>
          <p:cNvSpPr txBox="1"/>
          <p:nvPr/>
        </p:nvSpPr>
        <p:spPr>
          <a:xfrm>
            <a:off x="604266" y="136955"/>
            <a:ext cx="1092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4: Cryptography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35BB2-B247-A830-CD48-8D50E0ACDB9D}"/>
              </a:ext>
            </a:extLst>
          </p:cNvPr>
          <p:cNvSpPr txBox="1"/>
          <p:nvPr/>
        </p:nvSpPr>
        <p:spPr>
          <a:xfrm>
            <a:off x="604267" y="1221698"/>
            <a:ext cx="10323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 indent="-231775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Implementing cryptography with Python</a:t>
            </a:r>
          </a:p>
          <a:p>
            <a:pPr marL="231775" indent="-231775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Securing APIs</a:t>
            </a:r>
          </a:p>
          <a:p>
            <a:pPr marL="231775" indent="-231775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Detecting vulnerabilities using static analysis tools</a:t>
            </a:r>
          </a:p>
        </p:txBody>
      </p:sp>
    </p:spTree>
    <p:extLst>
      <p:ext uri="{BB962C8B-B14F-4D97-AF65-F5344CB8AC3E}">
        <p14:creationId xmlns:p14="http://schemas.microsoft.com/office/powerpoint/2010/main" val="1171906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Singletary, David S.</dc:creator>
  <cp:lastModifiedBy>Singletary, David S.</cp:lastModifiedBy>
  <cp:revision>58</cp:revision>
  <dcterms:created xsi:type="dcterms:W3CDTF">2025-03-04T14:52:01Z</dcterms:created>
  <dcterms:modified xsi:type="dcterms:W3CDTF">2025-03-20T01:40:22Z</dcterms:modified>
</cp:coreProperties>
</file>