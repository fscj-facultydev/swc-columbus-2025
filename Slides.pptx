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7" r:id="rId2"/>
    <p:sldId id="257" r:id="rId3"/>
    <p:sldId id="256" r:id="rId4"/>
    <p:sldId id="258" r:id="rId5"/>
    <p:sldId id="259" r:id="rId6"/>
    <p:sldId id="260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4" d="100"/>
          <a:sy n="64" d="100"/>
        </p:scale>
        <p:origin x="243" y="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3C87BD-75C3-4F3C-49C6-F3FB20AE01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3A58E0-44A6-0ABC-FD52-5C8F328C5F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D7AE61-965F-93B8-8974-50E1FEBC9A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98FE8-610D-4628-AF37-AB11EA0DA6DB}" type="datetimeFigureOut">
              <a:rPr lang="en-US" smtClean="0"/>
              <a:t>3/19/2025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EA7404-22DA-508D-D6DA-65D15E5BA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2F024C-123D-4490-4D90-3373CAA2B6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416592-90E1-40DE-B7D6-0C05183E6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8789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23B5DD-5C50-1F91-B93A-827C3B2097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315959-7146-185E-C008-7433AEBC61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225BC0-61EA-E43E-05EF-9A70D61AA3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98FE8-610D-4628-AF37-AB11EA0DA6DB}" type="datetimeFigureOut">
              <a:rPr lang="en-US" smtClean="0"/>
              <a:t>3/19/2025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ADA4B5-EC2B-372F-3A34-13192DF501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2AA889-D69E-E8D4-C1BE-998CA0AF73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416592-90E1-40DE-B7D6-0C05183E6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5827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F88F2F-C230-75FE-533E-9E4CA08150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34CD7E-CBD8-52AF-283B-3E299F79A8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5A2F55-B473-2F80-0D12-51D945F245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98FE8-610D-4628-AF37-AB11EA0DA6DB}" type="datetimeFigureOut">
              <a:rPr lang="en-US" smtClean="0"/>
              <a:t>3/19/2025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B1D4E3-90DD-A3D7-64D7-AD277CA58D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35185B-7391-B8FD-BE07-8BF8DC94BF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416592-90E1-40DE-B7D6-0C05183E6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0901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83BAA2-F074-B2B2-470C-7A436891E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983E87-35E4-D3A4-3456-AD4522FD3E7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DF6298-1189-B4B4-2BB9-C94A21223A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556914-D79E-35C7-AD6F-B6AD9D1EA6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98FE8-610D-4628-AF37-AB11EA0DA6DB}" type="datetimeFigureOut">
              <a:rPr lang="en-US" smtClean="0"/>
              <a:t>3/19/2025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06E966-37A3-EBFC-BE8E-EBB78C57BD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6654B5-9AA8-8252-A86D-411BA33AF2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416592-90E1-40DE-B7D6-0C05183E6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8075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A766CB-0CE9-D2C0-F8E4-CAEC52C9C2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0A9CD8-3A4C-3A6E-0815-401790DEAD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FF4AA7-A749-EDE4-6075-C870D14130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1B2047-3B61-0BA2-42B3-4F70D6187DA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BEFDE8-094B-B5D6-A4D3-F7C8EB5A9A0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BC5FA15-E189-8CE4-EA78-78B6E68888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98FE8-610D-4628-AF37-AB11EA0DA6DB}" type="datetimeFigureOut">
              <a:rPr lang="en-US" smtClean="0"/>
              <a:t>3/19/2025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9DB951A-7747-6A09-D92C-C11B2D823B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0F5B20C-56F5-3C59-A2B7-A1C8E989F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416592-90E1-40DE-B7D6-0C05183E6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281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C7C7B-8BEF-9803-D17D-04FBA63366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1EF248-D9BD-7267-6BDC-56EA83BEB0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98FE8-610D-4628-AF37-AB11EA0DA6DB}" type="datetimeFigureOut">
              <a:rPr lang="en-US" smtClean="0"/>
              <a:t>3/19/2025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29A1FF-D993-8ADF-3DC2-AC641A1972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B33CE6-33BF-57D1-9286-9747B36151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416592-90E1-40DE-B7D6-0C05183E6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20127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884BE4B-7F83-1F3E-8A74-61A1AF01D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98FE8-610D-4628-AF37-AB11EA0DA6DB}" type="datetimeFigureOut">
              <a:rPr lang="en-US" smtClean="0"/>
              <a:t>3/19/2025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A67A1D-9B17-0C16-F646-33D24FEC19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F5DBE0-A7C6-B1FE-A2D6-14C8812A09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416592-90E1-40DE-B7D6-0C05183E6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8107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58AC1C-069C-2200-8DCC-D2DDB3DA4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14FAF8-76C3-7EA8-CB3F-6E549E2A5E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82D651-C212-3D52-64BA-B22F9A74D0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9B7D7C-54CD-8CB9-8F3D-4933A07BCA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98FE8-610D-4628-AF37-AB11EA0DA6DB}" type="datetimeFigureOut">
              <a:rPr lang="en-US" smtClean="0"/>
              <a:t>3/19/2025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5F99EB-9C39-EBC4-E33C-6E99BEF1E0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964F18-68BA-057A-0CF5-2637AFDA65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416592-90E1-40DE-B7D6-0C05183E6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59000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AD3C4-7228-8A05-86B0-DB4D5DC776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97F80FD-1E71-B0C4-218F-D97B489348F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3F3325-1405-8D88-D4A2-E61D94D3C6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3C2431-4BD1-164F-DBB2-F70EFF638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98FE8-610D-4628-AF37-AB11EA0DA6DB}" type="datetimeFigureOut">
              <a:rPr lang="en-US" smtClean="0"/>
              <a:t>3/19/2025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908AD9-4E95-3272-5B76-8D483F1576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F59B90-8525-A2F6-92EA-CFE299612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416592-90E1-40DE-B7D6-0C05183E6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7176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EA6A7-BE66-BBC2-436A-050BD4B1C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21AEF0F-B52C-40FF-10AE-008F9E5831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E324B1-E0B1-7C6E-8AC7-0C84150FC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98FE8-610D-4628-AF37-AB11EA0DA6DB}" type="datetimeFigureOut">
              <a:rPr lang="en-US" smtClean="0"/>
              <a:t>3/19/2025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3F1D35-5E46-0820-B2C5-88E03D4C79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41E65F-B8D8-F12E-92CC-2F6B16A2A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416592-90E1-40DE-B7D6-0C05183E6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1542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03065E0-9C7F-659D-964A-ABA671FE4AF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B4B61C1-871A-4D71-9CBF-8636EB1E53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326CCC-28C6-43D2-B3F1-F0FCB737C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98FE8-610D-4628-AF37-AB11EA0DA6DB}" type="datetimeFigureOut">
              <a:rPr lang="en-US" smtClean="0"/>
              <a:t>3/19/2025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631E17-7F10-3D91-063D-9C4C7C820F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51AE9A-AECA-369D-4FDB-4BB2B74A2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416592-90E1-40DE-B7D6-0C05183E6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39215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D1F4A38-F05C-3726-5F68-C14570CC9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05FBE3-E360-709B-A091-12F940EFD6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00D1F4-547C-74D9-39FE-DDA9345BC4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598FE8-610D-4628-AF37-AB11EA0DA6DB}" type="datetimeFigureOut">
              <a:rPr lang="en-US" smtClean="0"/>
              <a:t>3/19/2025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25AAFF-BB80-8963-9031-C146310EB5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4434A2-6FEC-67DE-1064-BA538B7241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E416592-90E1-40DE-B7D6-0C05183E6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99165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C66666-D9FE-3086-84A5-CA53306779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954123"/>
          </a:xfrm>
        </p:spPr>
        <p:txBody>
          <a:bodyPr/>
          <a:lstStyle/>
          <a:p>
            <a:r>
              <a:rPr lang="en-US"/>
              <a:t>Summer Working </a:t>
            </a:r>
            <a:br>
              <a:rPr lang="en-US"/>
            </a:br>
            <a:r>
              <a:rPr lang="en-US"/>
              <a:t>Connections 2025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E93A22-5590-167F-C6F6-931DFC52B0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2516751"/>
          </a:xfrm>
        </p:spPr>
        <p:txBody>
          <a:bodyPr>
            <a:normAutofit lnSpcReduction="10000"/>
          </a:bodyPr>
          <a:lstStyle/>
          <a:p>
            <a:r>
              <a:rPr lang="en-US" sz="4000"/>
              <a:t>Secure Coding with Python</a:t>
            </a:r>
          </a:p>
          <a:p>
            <a:endParaRPr lang="en-US" sz="4000"/>
          </a:p>
          <a:p>
            <a:r>
              <a:rPr lang="en-US" sz="4000"/>
              <a:t>Pamela Brauda</a:t>
            </a:r>
          </a:p>
          <a:p>
            <a:r>
              <a:rPr lang="en-US" sz="4000"/>
              <a:t>David Singletary</a:t>
            </a:r>
          </a:p>
        </p:txBody>
      </p:sp>
    </p:spTree>
    <p:extLst>
      <p:ext uri="{BB962C8B-B14F-4D97-AF65-F5344CB8AC3E}">
        <p14:creationId xmlns:p14="http://schemas.microsoft.com/office/powerpoint/2010/main" val="41023765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A97F16-438D-E2BB-15E9-351E46D69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46DC7AB0-26E7-E607-EE13-E50D1E1C2B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6848"/>
            <a:ext cx="10515600" cy="848378"/>
          </a:xfrm>
        </p:spPr>
        <p:txBody>
          <a:bodyPr/>
          <a:lstStyle/>
          <a:p>
            <a:r>
              <a:rPr lang="en-US"/>
              <a:t>Day 1: Introductory Topics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60C9BA69-1281-F21D-8694-00344F343E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5873"/>
            <a:ext cx="10515600" cy="4801090"/>
          </a:xfrm>
        </p:spPr>
        <p:txBody>
          <a:bodyPr>
            <a:normAutofit/>
          </a:bodyPr>
          <a:lstStyle/>
          <a:p>
            <a:pPr marL="282575" indent="-282575"/>
            <a:r>
              <a:rPr lang="en-US" sz="3200"/>
              <a:t>1. GitHub</a:t>
            </a:r>
          </a:p>
          <a:p>
            <a:pPr marL="739775" lvl="1" indent="-282575"/>
            <a:r>
              <a:rPr lang="en-US" sz="2800"/>
              <a:t>Best practices for version control in secure development.</a:t>
            </a:r>
          </a:p>
          <a:p>
            <a:pPr marL="282575" indent="-282575"/>
            <a:r>
              <a:rPr lang="en-US" sz="3200"/>
              <a:t>2. Secure Coding Environments</a:t>
            </a:r>
          </a:p>
          <a:p>
            <a:pPr marL="739775" lvl="1" indent="-282575"/>
            <a:r>
              <a:rPr lang="en-US" sz="2800"/>
              <a:t>Jupyter Notebooks and Google Colab</a:t>
            </a:r>
          </a:p>
          <a:p>
            <a:pPr marL="739775" lvl="1" indent="-282575"/>
            <a:r>
              <a:rPr lang="en-US" sz="2800"/>
              <a:t>Use notebooks for secure data analysis</a:t>
            </a:r>
          </a:p>
          <a:p>
            <a:pPr marL="282575" indent="-282575"/>
            <a:r>
              <a:rPr lang="en-US" sz="3200"/>
              <a:t>3. Code style guidelines for maintainable code</a:t>
            </a:r>
          </a:p>
        </p:txBody>
      </p:sp>
    </p:spTree>
    <p:extLst>
      <p:ext uri="{BB962C8B-B14F-4D97-AF65-F5344CB8AC3E}">
        <p14:creationId xmlns:p14="http://schemas.microsoft.com/office/powerpoint/2010/main" val="42034554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0E784A81-3917-811C-3299-B8406A412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7179" y="398205"/>
            <a:ext cx="11422505" cy="865468"/>
          </a:xfrm>
        </p:spPr>
        <p:txBody>
          <a:bodyPr/>
          <a:lstStyle/>
          <a:p>
            <a:r>
              <a:rPr lang="en-US"/>
              <a:t>Day 2: Secure Coding Practices &amp; Data Structures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70856F13-36D0-A5E4-1EB1-C364EAB8A6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8918"/>
            <a:ext cx="10515600" cy="4528045"/>
          </a:xfrm>
        </p:spPr>
        <p:txBody>
          <a:bodyPr>
            <a:normAutofit fontScale="92500" lnSpcReduction="10000"/>
          </a:bodyPr>
          <a:lstStyle/>
          <a:p>
            <a:pPr marL="282575" indent="-282575"/>
            <a:r>
              <a:rPr lang="en-US"/>
              <a:t>Loops, Lists, Tuples, and Dictionaries</a:t>
            </a:r>
          </a:p>
          <a:p>
            <a:pPr marL="739775" lvl="1" indent="-282575"/>
            <a:r>
              <a:rPr lang="en-US"/>
              <a:t>data structures and secure programming</a:t>
            </a:r>
          </a:p>
          <a:p>
            <a:pPr marL="282575" indent="-282575"/>
            <a:r>
              <a:rPr lang="en-US"/>
              <a:t>Secure Data Handling:</a:t>
            </a:r>
          </a:p>
          <a:p>
            <a:pPr marL="739775" lvl="1" indent="-282575"/>
            <a:r>
              <a:rPr lang="en-US"/>
              <a:t>input validation</a:t>
            </a:r>
          </a:p>
          <a:p>
            <a:pPr marL="739775" lvl="1" indent="-282575"/>
            <a:r>
              <a:rPr lang="en-US"/>
              <a:t>data sanitization</a:t>
            </a:r>
          </a:p>
          <a:p>
            <a:pPr marL="739775" lvl="1" indent="-282575"/>
            <a:r>
              <a:rPr lang="en-US"/>
              <a:t>secure randomization</a:t>
            </a:r>
          </a:p>
          <a:p>
            <a:pPr marL="282575" indent="-282575"/>
            <a:r>
              <a:rPr lang="en-US"/>
              <a:t>Functions, Modules, Classes, and Exceptions</a:t>
            </a:r>
          </a:p>
          <a:p>
            <a:pPr marL="739775" lvl="1" indent="-282575"/>
            <a:r>
              <a:rPr lang="en-US"/>
              <a:t>Secure design principles in modular programming</a:t>
            </a:r>
          </a:p>
          <a:p>
            <a:pPr marL="282575" indent="-282575"/>
            <a:r>
              <a:rPr lang="en-US"/>
              <a:t>Best practices for handling sensitive information</a:t>
            </a:r>
          </a:p>
          <a:p>
            <a:pPr marL="739775" lvl="1" indent="-282575"/>
            <a:r>
              <a:rPr lang="en-US"/>
              <a:t>Secure Error Handling:</a:t>
            </a:r>
          </a:p>
          <a:p>
            <a:pPr marL="739775" lvl="1" indent="-282575"/>
            <a:r>
              <a:rPr lang="en-US"/>
              <a:t>Avoiding information leakage</a:t>
            </a:r>
          </a:p>
          <a:p>
            <a:pPr marL="739775" lvl="1" indent="-282575"/>
            <a:r>
              <a:rPr lang="en-US"/>
              <a:t>Logging errors securely</a:t>
            </a:r>
          </a:p>
          <a:p>
            <a:pPr marL="0" indent="0"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9841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312F01-22EB-C080-65B0-3AB5BBF5E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DAFAF945-8B64-CAD3-EBD0-21998ADE1B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16744"/>
          </a:xfrm>
        </p:spPr>
        <p:txBody>
          <a:bodyPr/>
          <a:lstStyle/>
          <a:p>
            <a:r>
              <a:rPr lang="en-US"/>
              <a:t>Day 3: Data Science and AI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304403B6-4D40-B1C5-8719-D3C7A019E6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8602"/>
            <a:ext cx="10515600" cy="4758361"/>
          </a:xfrm>
        </p:spPr>
        <p:txBody>
          <a:bodyPr>
            <a:normAutofit/>
          </a:bodyPr>
          <a:lstStyle/>
          <a:p>
            <a:pPr marL="282575" indent="-282575"/>
            <a:r>
              <a:rPr lang="en-US"/>
              <a:t>Data Science Topics</a:t>
            </a:r>
          </a:p>
          <a:p>
            <a:pPr marL="739775" lvl="1" indent="-282575"/>
            <a:r>
              <a:rPr lang="en-US"/>
              <a:t>Handling large datasets securely with Numpy and Pandas</a:t>
            </a:r>
          </a:p>
          <a:p>
            <a:pPr marL="739775" lvl="1" indent="-282575"/>
            <a:r>
              <a:rPr lang="en-US"/>
              <a:t>Visualizing sensitive data responsibly with Matplotlib</a:t>
            </a:r>
          </a:p>
          <a:p>
            <a:pPr marL="282575" indent="-282575"/>
            <a:r>
              <a:rPr lang="en-US"/>
              <a:t>AI Topics</a:t>
            </a:r>
          </a:p>
          <a:p>
            <a:pPr marL="739775" lvl="1" indent="-282575"/>
            <a:r>
              <a:rPr lang="en-US"/>
              <a:t>Ethics and security considerations in machine learning</a:t>
            </a:r>
          </a:p>
          <a:p>
            <a:pPr marL="739775" lvl="1" indent="-282575"/>
            <a:r>
              <a:rPr lang="en-US"/>
              <a:t>Preventing data poisoning and adversarial attacks</a:t>
            </a:r>
          </a:p>
        </p:txBody>
      </p:sp>
    </p:spTree>
    <p:extLst>
      <p:ext uri="{BB962C8B-B14F-4D97-AF65-F5344CB8AC3E}">
        <p14:creationId xmlns:p14="http://schemas.microsoft.com/office/powerpoint/2010/main" val="7401725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2D66AA-0273-9907-3C95-70F5B8B02C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0770D492-03D7-1609-DE41-F7BDBBBE6C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2755"/>
            <a:ext cx="10515600" cy="788557"/>
          </a:xfrm>
        </p:spPr>
        <p:txBody>
          <a:bodyPr/>
          <a:lstStyle/>
          <a:p>
            <a:r>
              <a:rPr lang="en-US"/>
              <a:t>Day 4: Cryptography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B5645172-8F15-0EC5-FD4A-BC7C1A954A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02407"/>
            <a:ext cx="10515600" cy="5074556"/>
          </a:xfrm>
        </p:spPr>
        <p:txBody>
          <a:bodyPr>
            <a:normAutofit/>
          </a:bodyPr>
          <a:lstStyle/>
          <a:p>
            <a:pPr marL="282575" indent="-282575"/>
            <a:r>
              <a:rPr lang="en-US" sz="3200"/>
              <a:t>Implementing cryptography with Python</a:t>
            </a:r>
          </a:p>
          <a:p>
            <a:pPr marL="282575" indent="-282575"/>
            <a:r>
              <a:rPr lang="en-US" sz="3200"/>
              <a:t>Securing APIs</a:t>
            </a:r>
          </a:p>
          <a:p>
            <a:pPr marL="282575" indent="-282575"/>
            <a:r>
              <a:rPr lang="en-US" sz="3200"/>
              <a:t>Detecting vulnerabilities using static analysis tools</a:t>
            </a:r>
          </a:p>
        </p:txBody>
      </p:sp>
    </p:spTree>
    <p:extLst>
      <p:ext uri="{BB962C8B-B14F-4D97-AF65-F5344CB8AC3E}">
        <p14:creationId xmlns:p14="http://schemas.microsoft.com/office/powerpoint/2010/main" val="27860019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A650D8-2A80-5D6D-E7DC-279B458FC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452CDB77-49E7-8C38-3B1F-7A68CDDFDB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9847"/>
            <a:ext cx="10515600" cy="754374"/>
          </a:xfrm>
        </p:spPr>
        <p:txBody>
          <a:bodyPr/>
          <a:lstStyle/>
          <a:p>
            <a:r>
              <a:rPr lang="en-US"/>
              <a:t>Day 5: Secure Software Practices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3A46D5A7-5D38-7A26-9086-9A5FA0FC7E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04957"/>
            <a:ext cx="10515600" cy="4972006"/>
          </a:xfrm>
        </p:spPr>
        <p:txBody>
          <a:bodyPr>
            <a:normAutofit/>
          </a:bodyPr>
          <a:lstStyle/>
          <a:p>
            <a:pPr marL="282575" indent="-282575"/>
            <a:r>
              <a:rPr lang="en-US" sz="3200"/>
              <a:t>Secure Software Practices</a:t>
            </a:r>
          </a:p>
          <a:p>
            <a:pPr marL="282575" indent="-282575"/>
            <a:r>
              <a:rPr lang="en-US" sz="3200"/>
              <a:t>Threat modeling and secure workflows</a:t>
            </a:r>
          </a:p>
          <a:p>
            <a:pPr marL="282575" indent="-282575"/>
            <a:r>
              <a:rPr lang="en-US" sz="3200"/>
              <a:t>Automating security testing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6801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</TotalTime>
  <Words>188</Words>
  <Application>Microsoft Office PowerPoint</Application>
  <PresentationFormat>Widescreen</PresentationFormat>
  <Paragraphs>40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Summer Working  Connections 2025</vt:lpstr>
      <vt:lpstr>Day 1: Introductory Topics</vt:lpstr>
      <vt:lpstr>Day 2: Secure Coding Practices &amp; Data Structures</vt:lpstr>
      <vt:lpstr>Day 3: Data Science and AI</vt:lpstr>
      <vt:lpstr>Day 4: Cryptography</vt:lpstr>
      <vt:lpstr>Day 5: Secure Software Practices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Singletary, David S.</dc:creator>
  <cp:lastModifiedBy>Singletary, David S.</cp:lastModifiedBy>
  <cp:revision>15</cp:revision>
  <dcterms:created xsi:type="dcterms:W3CDTF">2025-02-10T02:34:02Z</dcterms:created>
  <dcterms:modified xsi:type="dcterms:W3CDTF">2025-03-20T01:40:15Z</dcterms:modified>
</cp:coreProperties>
</file>