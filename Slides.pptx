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57" r:id="rId3"/>
    <p:sldId id="256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54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87BD-75C3-4F3C-49C6-F3FB20AE0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A58E0-44A6-0ABC-FD52-5C8F328C5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7AE61-965F-93B8-8974-50E1FEBC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A7404-22DA-508D-D6DA-65D15E5B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F024C-123D-4490-4D90-3373CAA2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8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B5DD-5C50-1F91-B93A-827C3B20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15959-7146-185E-C008-7433AEBC6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25BC0-61EA-E43E-05EF-9A70D61AA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A4B5-EC2B-372F-3A34-13192DF5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AA889-D69E-E8D4-C1BE-998CA0AF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88F2F-C230-75FE-533E-9E4CA0815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4CD7E-CBD8-52AF-283B-3E299F79A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2F55-B473-2F80-0D12-51D945F2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1D4E3-90DD-A3D7-64D7-AD277CA5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5185B-7391-B8FD-BE07-8BF8DC94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9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BAA2-F074-B2B2-470C-7A436891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83E87-35E4-D3A4-3456-AD4522FD3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F6298-1189-B4B4-2BB9-C94A21223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56914-D79E-35C7-AD6F-B6AD9D1EA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6E966-37A3-EBFC-BE8E-EBB78C57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654B5-9AA8-8252-A86D-411BA33A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7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66CB-0CE9-D2C0-F8E4-CAEC52C9C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A9CD8-3A4C-3A6E-0815-401790DEA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F4AA7-A749-EDE4-6075-C870D1413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B2047-3B61-0BA2-42B3-4F70D6187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BEFDE8-094B-B5D6-A4D3-F7C8EB5A9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C5FA15-E189-8CE4-EA78-78B6E688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B951A-7747-6A09-D92C-C11B2D82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5B20C-56F5-3C59-A2B7-A1C8E989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8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7C7B-8BEF-9803-D17D-04FBA633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EF248-D9BD-7267-6BDC-56EA83BEB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9A1FF-D993-8ADF-3DC2-AC641A19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33CE6-33BF-57D1-9286-9747B361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1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84BE4B-7F83-1F3E-8A74-61A1AF01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67A1D-9B17-0C16-F646-33D24FEC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5DBE0-A7C6-B1FE-A2D6-14C8812A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0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8AC1C-069C-2200-8DCC-D2DDB3DA4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4FAF8-76C3-7EA8-CB3F-6E549E2A5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2D651-C212-3D52-64BA-B22F9A74D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B7D7C-54CD-8CB9-8F3D-4933A07B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F99EB-9C39-EBC4-E33C-6E99BEF1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64F18-68BA-057A-0CF5-2637AFDA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00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D3C4-7228-8A05-86B0-DB4D5DC77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F80FD-1E71-B0C4-218F-D97B48934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F3325-1405-8D88-D4A2-E61D94D3C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C2431-4BD1-164F-DBB2-F70EFF63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08AD9-4E95-3272-5B76-8D483F15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59B90-8525-A2F6-92EA-CFE29961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A6A7-BE66-BBC2-436A-050BD4B1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AEF0F-B52C-40FF-10AE-008F9E583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324B1-E0B1-7C6E-8AC7-0C84150F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F1D35-5E46-0820-B2C5-88E03D4C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1E65F-B8D8-F12E-92CC-2F6B16A2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5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3065E0-9C7F-659D-964A-ABA671FE4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B61C1-871A-4D71-9CBF-8636EB1E5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26CCC-28C6-43D2-B3F1-F0FCB737C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31E17-7F10-3D91-063D-9C4C7C820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AE9A-AECA-369D-4FDB-4BB2B74A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2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F4A38-F05C-3726-5F68-C14570CC9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5FBE3-E360-709B-A091-12F940EFD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D1F4-547C-74D9-39FE-DDA9345BC4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98FE8-610D-4628-AF37-AB11EA0DA6DB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5AAFF-BB80-8963-9031-C146310EB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434A2-6FEC-67DE-1064-BA538B724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16592-90E1-40DE-B7D6-0C05183E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1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6666-D9FE-3086-84A5-CA5330677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54123"/>
          </a:xfrm>
        </p:spPr>
        <p:txBody>
          <a:bodyPr/>
          <a:lstStyle/>
          <a:p>
            <a:r>
              <a:rPr lang="en-US"/>
              <a:t>Summer Working </a:t>
            </a:r>
            <a:br>
              <a:rPr lang="en-US"/>
            </a:br>
            <a:r>
              <a:rPr lang="en-US"/>
              <a:t>Connections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93A22-5590-167F-C6F6-931DFC52B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16751"/>
          </a:xfrm>
        </p:spPr>
        <p:txBody>
          <a:bodyPr>
            <a:normAutofit lnSpcReduction="10000"/>
          </a:bodyPr>
          <a:lstStyle/>
          <a:p>
            <a:r>
              <a:rPr lang="en-US" sz="4000"/>
              <a:t>Secure Coding with Python</a:t>
            </a:r>
          </a:p>
          <a:p>
            <a:endParaRPr lang="en-US" sz="4000"/>
          </a:p>
          <a:p>
            <a:r>
              <a:rPr lang="en-US" sz="4000"/>
              <a:t>Pamela Brauda</a:t>
            </a:r>
          </a:p>
          <a:p>
            <a:r>
              <a:rPr lang="en-US" sz="4000"/>
              <a:t>David Singletary</a:t>
            </a:r>
          </a:p>
        </p:txBody>
      </p:sp>
    </p:spTree>
    <p:extLst>
      <p:ext uri="{BB962C8B-B14F-4D97-AF65-F5344CB8AC3E}">
        <p14:creationId xmlns:p14="http://schemas.microsoft.com/office/powerpoint/2010/main" val="410237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7F16-438D-E2BB-15E9-351E46D6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6DC7AB0-26E7-E607-EE13-E50D1E1C2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848"/>
            <a:ext cx="10515600" cy="848378"/>
          </a:xfrm>
        </p:spPr>
        <p:txBody>
          <a:bodyPr/>
          <a:lstStyle/>
          <a:p>
            <a:r>
              <a:rPr lang="en-US"/>
              <a:t>Day 1: Introductory Topics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0C9BA69-1281-F21D-8694-00344F343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73"/>
            <a:ext cx="10515600" cy="4801090"/>
          </a:xfrm>
        </p:spPr>
        <p:txBody>
          <a:bodyPr>
            <a:normAutofit/>
          </a:bodyPr>
          <a:lstStyle/>
          <a:p>
            <a:pPr marL="282575" indent="-282575"/>
            <a:r>
              <a:rPr lang="en-US" sz="3200"/>
              <a:t>1. GitHub</a:t>
            </a:r>
          </a:p>
          <a:p>
            <a:pPr marL="739775" lvl="1" indent="-282575"/>
            <a:r>
              <a:rPr lang="en-US" sz="2800"/>
              <a:t>Best practices for version control in secure development.</a:t>
            </a:r>
          </a:p>
          <a:p>
            <a:pPr marL="282575" indent="-282575"/>
            <a:r>
              <a:rPr lang="en-US" sz="3200"/>
              <a:t>2. Secure Coding Environments</a:t>
            </a:r>
          </a:p>
          <a:p>
            <a:pPr marL="739775" lvl="1" indent="-282575"/>
            <a:r>
              <a:rPr lang="en-US" sz="2800"/>
              <a:t>Jupyter Notebooks and Google Colab</a:t>
            </a:r>
          </a:p>
          <a:p>
            <a:pPr marL="739775" lvl="1" indent="-282575"/>
            <a:r>
              <a:rPr lang="en-US" sz="2800"/>
              <a:t>Use notebooks for secure data analysis</a:t>
            </a:r>
          </a:p>
          <a:p>
            <a:pPr marL="282575" indent="-282575"/>
            <a:r>
              <a:rPr lang="en-US" sz="3200"/>
              <a:t>3. Secure Coding Basics</a:t>
            </a:r>
          </a:p>
          <a:p>
            <a:pPr marL="739775" lvl="1" indent="-282575"/>
            <a:r>
              <a:rPr lang="en-US" sz="2800"/>
              <a:t>Input validation</a:t>
            </a:r>
          </a:p>
          <a:p>
            <a:pPr marL="739775" lvl="1" indent="-282575"/>
            <a:r>
              <a:rPr lang="en-US" sz="2800"/>
              <a:t>Python coding style guidelines for maintainable code</a:t>
            </a:r>
          </a:p>
        </p:txBody>
      </p:sp>
    </p:spTree>
    <p:extLst>
      <p:ext uri="{BB962C8B-B14F-4D97-AF65-F5344CB8AC3E}">
        <p14:creationId xmlns:p14="http://schemas.microsoft.com/office/powerpoint/2010/main" val="420345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E784A81-3917-811C-3299-B8406A412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03"/>
            <a:ext cx="10515600" cy="865468"/>
          </a:xfrm>
        </p:spPr>
        <p:txBody>
          <a:bodyPr/>
          <a:lstStyle/>
          <a:p>
            <a:r>
              <a:rPr lang="en-US"/>
              <a:t>Day 2: Data Structures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856F13-36D0-A5E4-1EB1-C364EAB8A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6232"/>
            <a:ext cx="10515600" cy="4920731"/>
          </a:xfrm>
        </p:spPr>
        <p:txBody>
          <a:bodyPr>
            <a:normAutofit/>
          </a:bodyPr>
          <a:lstStyle/>
          <a:p>
            <a:pPr marL="282575" indent="-282575"/>
            <a:r>
              <a:rPr lang="en-US"/>
              <a:t>Loops, Lists, Tuples, Dictionaries</a:t>
            </a:r>
          </a:p>
          <a:p>
            <a:pPr marL="739775" lvl="1" indent="-282575"/>
            <a:r>
              <a:rPr lang="en-US"/>
              <a:t>data structures and secure programming</a:t>
            </a:r>
          </a:p>
          <a:p>
            <a:pPr marL="282575" indent="-282575"/>
            <a:r>
              <a:rPr lang="en-US"/>
              <a:t>Secure Data Handling:</a:t>
            </a:r>
          </a:p>
          <a:p>
            <a:pPr marL="739775" lvl="1" indent="-282575"/>
            <a:r>
              <a:rPr lang="en-US"/>
              <a:t>data sanitization</a:t>
            </a:r>
          </a:p>
          <a:p>
            <a:pPr marL="739775" lvl="1" indent="-282575"/>
            <a:r>
              <a:rPr lang="en-US"/>
              <a:t>secure randomization</a:t>
            </a:r>
          </a:p>
          <a:p>
            <a:pPr marL="282575" indent="-282575"/>
            <a:r>
              <a:rPr lang="en-US"/>
              <a:t>Functions, Modules, Classes, and Exceptions</a:t>
            </a:r>
          </a:p>
          <a:p>
            <a:pPr marL="739775" lvl="1" indent="-282575"/>
            <a:r>
              <a:rPr lang="en-US"/>
              <a:t>Secure design principles in modular programming</a:t>
            </a:r>
          </a:p>
          <a:p>
            <a:pPr marL="282575" indent="-282575"/>
            <a:r>
              <a:rPr lang="en-US"/>
              <a:t>Best practices for handling sensitive information</a:t>
            </a:r>
          </a:p>
          <a:p>
            <a:pPr marL="739775" lvl="1" indent="-282575"/>
            <a:r>
              <a:rPr lang="en-US"/>
              <a:t>Secure Error Handling:</a:t>
            </a:r>
          </a:p>
          <a:p>
            <a:pPr marL="739775" lvl="1" indent="-282575"/>
            <a:r>
              <a:rPr lang="en-US"/>
              <a:t>Avoiding information leakage</a:t>
            </a:r>
          </a:p>
          <a:p>
            <a:pPr marL="739775" lvl="1" indent="-282575"/>
            <a:r>
              <a:rPr lang="en-US"/>
              <a:t>Logging errors securely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84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12F01-22EB-C080-65B0-3AB5BBF5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AFAF945-8B64-CAD3-EBD0-21998ADE1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6744"/>
          </a:xfrm>
        </p:spPr>
        <p:txBody>
          <a:bodyPr/>
          <a:lstStyle/>
          <a:p>
            <a:r>
              <a:rPr lang="en-US"/>
              <a:t>Day 3: Data Science and AI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04403B6-4D40-B1C5-8719-D3C7A019E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602"/>
            <a:ext cx="10515600" cy="4758361"/>
          </a:xfrm>
        </p:spPr>
        <p:txBody>
          <a:bodyPr>
            <a:normAutofit/>
          </a:bodyPr>
          <a:lstStyle/>
          <a:p>
            <a:pPr marL="282575" indent="-282575"/>
            <a:r>
              <a:rPr lang="en-US"/>
              <a:t>Data Science Topics</a:t>
            </a:r>
          </a:p>
          <a:p>
            <a:pPr marL="739775" lvl="1" indent="-282575"/>
            <a:r>
              <a:rPr lang="en-US"/>
              <a:t>Handling large datasets securely with Numpy and Pandas</a:t>
            </a:r>
          </a:p>
          <a:p>
            <a:pPr marL="739775" lvl="1" indent="-282575"/>
            <a:r>
              <a:rPr lang="en-US"/>
              <a:t>Visualizing sensitive data responsibly with Matplotlib</a:t>
            </a:r>
          </a:p>
          <a:p>
            <a:pPr marL="282575" indent="-282575"/>
            <a:r>
              <a:rPr lang="en-US"/>
              <a:t>AI Topics</a:t>
            </a:r>
          </a:p>
          <a:p>
            <a:pPr marL="739775" lvl="1" indent="-282575"/>
            <a:r>
              <a:rPr lang="en-US"/>
              <a:t>Ethics and security considerations in machine learning</a:t>
            </a:r>
          </a:p>
          <a:p>
            <a:pPr marL="739775" lvl="1" indent="-282575"/>
            <a:r>
              <a:rPr lang="en-US"/>
              <a:t>Preventing data poisoning and adversarial attacks</a:t>
            </a:r>
          </a:p>
        </p:txBody>
      </p:sp>
    </p:spTree>
    <p:extLst>
      <p:ext uri="{BB962C8B-B14F-4D97-AF65-F5344CB8AC3E}">
        <p14:creationId xmlns:p14="http://schemas.microsoft.com/office/powerpoint/2010/main" val="740172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D66AA-0273-9907-3C95-70F5B8B0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770D492-03D7-1609-DE41-F7BDBBBE6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755"/>
            <a:ext cx="10515600" cy="788557"/>
          </a:xfrm>
        </p:spPr>
        <p:txBody>
          <a:bodyPr/>
          <a:lstStyle/>
          <a:p>
            <a:r>
              <a:rPr lang="en-US"/>
              <a:t>Day 4: Cryptography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45172-8F15-0EC5-FD4A-BC7C1A954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2407"/>
            <a:ext cx="10515600" cy="5074556"/>
          </a:xfrm>
        </p:spPr>
        <p:txBody>
          <a:bodyPr>
            <a:normAutofit/>
          </a:bodyPr>
          <a:lstStyle/>
          <a:p>
            <a:pPr marL="282575" indent="-282575"/>
            <a:r>
              <a:rPr lang="en-US" sz="3200"/>
              <a:t>Implementing cryptography with Python</a:t>
            </a:r>
          </a:p>
          <a:p>
            <a:pPr marL="282575" indent="-282575"/>
            <a:r>
              <a:rPr lang="en-US" sz="3200"/>
              <a:t>Securing APIs</a:t>
            </a:r>
          </a:p>
          <a:p>
            <a:pPr marL="282575" indent="-282575"/>
            <a:r>
              <a:rPr lang="en-US" sz="3200"/>
              <a:t>Detecting vulnerabilities using static analysis tools</a:t>
            </a:r>
          </a:p>
        </p:txBody>
      </p:sp>
    </p:spTree>
    <p:extLst>
      <p:ext uri="{BB962C8B-B14F-4D97-AF65-F5344CB8AC3E}">
        <p14:creationId xmlns:p14="http://schemas.microsoft.com/office/powerpoint/2010/main" val="278600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650D8-2A80-5D6D-E7DC-279B458FC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52CDB77-49E7-8C38-3B1F-7A68CDDFD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847"/>
            <a:ext cx="10515600" cy="754374"/>
          </a:xfrm>
        </p:spPr>
        <p:txBody>
          <a:bodyPr/>
          <a:lstStyle/>
          <a:p>
            <a:r>
              <a:rPr lang="en-US"/>
              <a:t>Day 5: Secure Software Practices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A46D5A7-5D38-7A26-9086-9A5FA0FC7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4957"/>
            <a:ext cx="10515600" cy="4972006"/>
          </a:xfrm>
        </p:spPr>
        <p:txBody>
          <a:bodyPr>
            <a:normAutofit/>
          </a:bodyPr>
          <a:lstStyle/>
          <a:p>
            <a:pPr marL="282575" indent="-282575"/>
            <a:r>
              <a:rPr lang="en-US" sz="3200"/>
              <a:t>Secure Software Practices</a:t>
            </a:r>
          </a:p>
          <a:p>
            <a:pPr marL="282575" indent="-282575"/>
            <a:r>
              <a:rPr lang="en-US" sz="3200"/>
              <a:t>Threat modeling and secure workflows</a:t>
            </a:r>
          </a:p>
          <a:p>
            <a:pPr marL="282575" indent="-282575"/>
            <a:r>
              <a:rPr lang="en-US" sz="3200"/>
              <a:t>Automating security testing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80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187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Summer Working  Connections 2025</vt:lpstr>
      <vt:lpstr>Day 1: Introductory Topics</vt:lpstr>
      <vt:lpstr>Day 2: Data Structures</vt:lpstr>
      <vt:lpstr>Day 3: Data Science and AI</vt:lpstr>
      <vt:lpstr>Day 4: Cryptography</vt:lpstr>
      <vt:lpstr>Day 5: Secure Software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Singletary, David S.</dc:creator>
  <cp:lastModifiedBy>Singletary, David S.</cp:lastModifiedBy>
  <cp:revision>11</cp:revision>
  <dcterms:created xsi:type="dcterms:W3CDTF">2025-02-10T02:34:02Z</dcterms:created>
  <dcterms:modified xsi:type="dcterms:W3CDTF">2025-02-21T21:00:44Z</dcterms:modified>
</cp:coreProperties>
</file>